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8" r:id="rId7"/>
    <p:sldId id="269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RLAPATI PAVITHRA SRI" userId="c5dcea90c5f7e792" providerId="LiveId" clId="{13009882-3A2A-48AB-AE93-0249C302613B}"/>
    <pc:docChg chg="undo custSel addSld delSld modSld">
      <pc:chgData name="TURLAPATI PAVITHRA SRI" userId="c5dcea90c5f7e792" providerId="LiveId" clId="{13009882-3A2A-48AB-AE93-0249C302613B}" dt="2026-04-23T16:12:53.495" v="251" actId="1076"/>
      <pc:docMkLst>
        <pc:docMk/>
      </pc:docMkLst>
      <pc:sldChg chg="modSp mod">
        <pc:chgData name="TURLAPATI PAVITHRA SRI" userId="c5dcea90c5f7e792" providerId="LiveId" clId="{13009882-3A2A-48AB-AE93-0249C302613B}" dt="2026-04-22T00:05:45.612" v="10" actId="20577"/>
        <pc:sldMkLst>
          <pc:docMk/>
          <pc:sldMk cId="1798065532" sldId="259"/>
        </pc:sldMkLst>
        <pc:spChg chg="mod">
          <ac:chgData name="TURLAPATI PAVITHRA SRI" userId="c5dcea90c5f7e792" providerId="LiveId" clId="{13009882-3A2A-48AB-AE93-0249C302613B}" dt="2026-04-22T00:05:24.260" v="5" actId="1076"/>
          <ac:spMkLst>
            <pc:docMk/>
            <pc:sldMk cId="1798065532" sldId="259"/>
            <ac:spMk id="2" creationId="{431CAF39-A164-7DB4-153F-65C0AA5ED4B5}"/>
          </ac:spMkLst>
        </pc:spChg>
        <pc:spChg chg="mod">
          <ac:chgData name="TURLAPATI PAVITHRA SRI" userId="c5dcea90c5f7e792" providerId="LiveId" clId="{13009882-3A2A-48AB-AE93-0249C302613B}" dt="2026-04-22T00:05:45.612" v="10" actId="20577"/>
          <ac:spMkLst>
            <pc:docMk/>
            <pc:sldMk cId="1798065532" sldId="259"/>
            <ac:spMk id="3" creationId="{E359E1F5-7EC5-B3F0-52E4-8A80DACAA4A8}"/>
          </ac:spMkLst>
        </pc:spChg>
      </pc:sldChg>
      <pc:sldChg chg="modSp del mod">
        <pc:chgData name="TURLAPATI PAVITHRA SRI" userId="c5dcea90c5f7e792" providerId="LiveId" clId="{13009882-3A2A-48AB-AE93-0249C302613B}" dt="2026-04-22T00:19:15.606" v="80" actId="47"/>
        <pc:sldMkLst>
          <pc:docMk/>
          <pc:sldMk cId="2789712313" sldId="260"/>
        </pc:sldMkLst>
        <pc:spChg chg="mod">
          <ac:chgData name="TURLAPATI PAVITHRA SRI" userId="c5dcea90c5f7e792" providerId="LiveId" clId="{13009882-3A2A-48AB-AE93-0249C302613B}" dt="2026-04-22T00:12:56.057" v="13" actId="1076"/>
          <ac:spMkLst>
            <pc:docMk/>
            <pc:sldMk cId="2789712313" sldId="260"/>
            <ac:spMk id="2" creationId="{F77AB75E-9127-ED44-0E6F-2C61B1888832}"/>
          </ac:spMkLst>
        </pc:spChg>
      </pc:sldChg>
      <pc:sldChg chg="modSp del mod">
        <pc:chgData name="TURLAPATI PAVITHRA SRI" userId="c5dcea90c5f7e792" providerId="LiveId" clId="{13009882-3A2A-48AB-AE93-0249C302613B}" dt="2026-04-23T15:54:41.892" v="187" actId="47"/>
        <pc:sldMkLst>
          <pc:docMk/>
          <pc:sldMk cId="1232878024" sldId="262"/>
        </pc:sldMkLst>
        <pc:spChg chg="mod">
          <ac:chgData name="TURLAPATI PAVITHRA SRI" userId="c5dcea90c5f7e792" providerId="LiveId" clId="{13009882-3A2A-48AB-AE93-0249C302613B}" dt="2026-04-22T00:22:14.205" v="83" actId="1076"/>
          <ac:spMkLst>
            <pc:docMk/>
            <pc:sldMk cId="1232878024" sldId="262"/>
            <ac:spMk id="2" creationId="{0CC0DE17-D5E3-0FF6-8224-6995AF95AD3D}"/>
          </ac:spMkLst>
        </pc:spChg>
      </pc:sldChg>
      <pc:sldChg chg="addSp modSp mod">
        <pc:chgData name="TURLAPATI PAVITHRA SRI" userId="c5dcea90c5f7e792" providerId="LiveId" clId="{13009882-3A2A-48AB-AE93-0249C302613B}" dt="2026-04-23T16:06:25.539" v="229" actId="20577"/>
        <pc:sldMkLst>
          <pc:docMk/>
          <pc:sldMk cId="1925557381" sldId="263"/>
        </pc:sldMkLst>
        <pc:spChg chg="mod">
          <ac:chgData name="TURLAPATI PAVITHRA SRI" userId="c5dcea90c5f7e792" providerId="LiveId" clId="{13009882-3A2A-48AB-AE93-0249C302613B}" dt="2026-04-23T15:55:14.447" v="190" actId="1076"/>
          <ac:spMkLst>
            <pc:docMk/>
            <pc:sldMk cId="1925557381" sldId="263"/>
            <ac:spMk id="2" creationId="{DA265739-8303-7CBB-1EEB-FD7307BA7AF8}"/>
          </ac:spMkLst>
        </pc:spChg>
        <pc:spChg chg="add mod">
          <ac:chgData name="TURLAPATI PAVITHRA SRI" userId="c5dcea90c5f7e792" providerId="LiveId" clId="{13009882-3A2A-48AB-AE93-0249C302613B}" dt="2026-04-23T16:06:25.539" v="229" actId="20577"/>
          <ac:spMkLst>
            <pc:docMk/>
            <pc:sldMk cId="1925557381" sldId="263"/>
            <ac:spMk id="5" creationId="{732668AE-9B9F-DB1D-E9ED-CC94504207F3}"/>
          </ac:spMkLst>
        </pc:spChg>
      </pc:sldChg>
      <pc:sldChg chg="addSp modSp mod">
        <pc:chgData name="TURLAPATI PAVITHRA SRI" userId="c5dcea90c5f7e792" providerId="LiveId" clId="{13009882-3A2A-48AB-AE93-0249C302613B}" dt="2026-04-23T16:12:53.495" v="251" actId="1076"/>
        <pc:sldMkLst>
          <pc:docMk/>
          <pc:sldMk cId="2249267772" sldId="264"/>
        </pc:sldMkLst>
        <pc:spChg chg="mod">
          <ac:chgData name="TURLAPATI PAVITHRA SRI" userId="c5dcea90c5f7e792" providerId="LiveId" clId="{13009882-3A2A-48AB-AE93-0249C302613B}" dt="2026-04-23T16:06:37.175" v="230"/>
          <ac:spMkLst>
            <pc:docMk/>
            <pc:sldMk cId="2249267772" sldId="264"/>
            <ac:spMk id="2" creationId="{31AD4EE1-47F3-06FB-2D3E-394299371EBC}"/>
          </ac:spMkLst>
        </pc:spChg>
        <pc:spChg chg="add mod">
          <ac:chgData name="TURLAPATI PAVITHRA SRI" userId="c5dcea90c5f7e792" providerId="LiveId" clId="{13009882-3A2A-48AB-AE93-0249C302613B}" dt="2026-04-23T16:12:53.495" v="251" actId="1076"/>
          <ac:spMkLst>
            <pc:docMk/>
            <pc:sldMk cId="2249267772" sldId="264"/>
            <ac:spMk id="5" creationId="{1D7EA70A-5A4D-584D-515F-56F8F2B265AA}"/>
          </ac:spMkLst>
        </pc:spChg>
      </pc:sldChg>
      <pc:sldChg chg="addSp delSp modSp new mod">
        <pc:chgData name="TURLAPATI PAVITHRA SRI" userId="c5dcea90c5f7e792" providerId="LiveId" clId="{13009882-3A2A-48AB-AE93-0249C302613B}" dt="2026-04-23T16:07:31.397" v="250" actId="1076"/>
        <pc:sldMkLst>
          <pc:docMk/>
          <pc:sldMk cId="2046544002" sldId="265"/>
        </pc:sldMkLst>
        <pc:spChg chg="mod">
          <ac:chgData name="TURLAPATI PAVITHRA SRI" userId="c5dcea90c5f7e792" providerId="LiveId" clId="{13009882-3A2A-48AB-AE93-0249C302613B}" dt="2026-04-22T00:13:22.950" v="16" actId="122"/>
          <ac:spMkLst>
            <pc:docMk/>
            <pc:sldMk cId="2046544002" sldId="265"/>
            <ac:spMk id="2" creationId="{211A9CA6-5956-0F6C-1D9F-714A8DCE7DC5}"/>
          </ac:spMkLst>
        </pc:spChg>
        <pc:spChg chg="del mod">
          <ac:chgData name="TURLAPATI PAVITHRA SRI" userId="c5dcea90c5f7e792" providerId="LiveId" clId="{13009882-3A2A-48AB-AE93-0249C302613B}" dt="2026-04-22T00:13:34.781" v="19" actId="22"/>
          <ac:spMkLst>
            <pc:docMk/>
            <pc:sldMk cId="2046544002" sldId="265"/>
            <ac:spMk id="3" creationId="{DBD89840-B0C8-FEC8-9464-F07B0D828CD0}"/>
          </ac:spMkLst>
        </pc:spChg>
        <pc:spChg chg="del">
          <ac:chgData name="TURLAPATI PAVITHRA SRI" userId="c5dcea90c5f7e792" providerId="LiveId" clId="{13009882-3A2A-48AB-AE93-0249C302613B}" dt="2026-04-22T00:13:41.902" v="20"/>
          <ac:spMkLst>
            <pc:docMk/>
            <pc:sldMk cId="2046544002" sldId="265"/>
            <ac:spMk id="4" creationId="{5F3C4D0E-8E40-C99B-6DC6-CEAD3BD655CF}"/>
          </ac:spMkLst>
        </pc:spChg>
        <pc:spChg chg="add mod">
          <ac:chgData name="TURLAPATI PAVITHRA SRI" userId="c5dcea90c5f7e792" providerId="LiveId" clId="{13009882-3A2A-48AB-AE93-0249C302613B}" dt="2026-04-23T16:07:16.119" v="247" actId="14100"/>
          <ac:spMkLst>
            <pc:docMk/>
            <pc:sldMk cId="2046544002" sldId="265"/>
            <ac:spMk id="7" creationId="{ED3CA54D-FA68-897A-39BF-A7F817E278F9}"/>
          </ac:spMkLst>
        </pc:spChg>
        <pc:picChg chg="add mod ord">
          <ac:chgData name="TURLAPATI PAVITHRA SRI" userId="c5dcea90c5f7e792" providerId="LiveId" clId="{13009882-3A2A-48AB-AE93-0249C302613B}" dt="2026-04-23T16:07:31.397" v="250" actId="1076"/>
          <ac:picMkLst>
            <pc:docMk/>
            <pc:sldMk cId="2046544002" sldId="265"/>
            <ac:picMk id="6" creationId="{200B00CE-E677-9F07-344E-8604A94ADBC5}"/>
          </ac:picMkLst>
        </pc:picChg>
      </pc:sldChg>
      <pc:sldChg chg="modSp new del mod">
        <pc:chgData name="TURLAPATI PAVITHRA SRI" userId="c5dcea90c5f7e792" providerId="LiveId" clId="{13009882-3A2A-48AB-AE93-0249C302613B}" dt="2026-04-23T15:17:23.196" v="110" actId="47"/>
        <pc:sldMkLst>
          <pc:docMk/>
          <pc:sldMk cId="24628706" sldId="266"/>
        </pc:sldMkLst>
        <pc:spChg chg="mod">
          <ac:chgData name="TURLAPATI PAVITHRA SRI" userId="c5dcea90c5f7e792" providerId="LiveId" clId="{13009882-3A2A-48AB-AE93-0249C302613B}" dt="2026-04-23T15:16:51.861" v="107" actId="14100"/>
          <ac:spMkLst>
            <pc:docMk/>
            <pc:sldMk cId="24628706" sldId="266"/>
            <ac:spMk id="2" creationId="{06CD3C62-DD40-C662-D452-28D291A4CE3E}"/>
          </ac:spMkLst>
        </pc:spChg>
      </pc:sldChg>
      <pc:sldChg chg="modSp new del">
        <pc:chgData name="TURLAPATI PAVITHRA SRI" userId="c5dcea90c5f7e792" providerId="LiveId" clId="{13009882-3A2A-48AB-AE93-0249C302613B}" dt="2026-04-23T15:17:35.059" v="113" actId="47"/>
        <pc:sldMkLst>
          <pc:docMk/>
          <pc:sldMk cId="1633556871" sldId="267"/>
        </pc:sldMkLst>
        <pc:spChg chg="mod">
          <ac:chgData name="TURLAPATI PAVITHRA SRI" userId="c5dcea90c5f7e792" providerId="LiveId" clId="{13009882-3A2A-48AB-AE93-0249C302613B}" dt="2026-04-23T15:17:18.715" v="109"/>
          <ac:spMkLst>
            <pc:docMk/>
            <pc:sldMk cId="1633556871" sldId="267"/>
            <ac:spMk id="2" creationId="{D94944CE-3455-445A-FEF8-8EBA5B7AF764}"/>
          </ac:spMkLst>
        </pc:spChg>
      </pc:sldChg>
      <pc:sldChg chg="addSp delSp modSp new mod">
        <pc:chgData name="TURLAPATI PAVITHRA SRI" userId="c5dcea90c5f7e792" providerId="LiveId" clId="{13009882-3A2A-48AB-AE93-0249C302613B}" dt="2026-04-23T15:30:24.368" v="168" actId="14100"/>
        <pc:sldMkLst>
          <pc:docMk/>
          <pc:sldMk cId="3823647056" sldId="268"/>
        </pc:sldMkLst>
        <pc:spChg chg="mod">
          <ac:chgData name="TURLAPATI PAVITHRA SRI" userId="c5dcea90c5f7e792" providerId="LiveId" clId="{13009882-3A2A-48AB-AE93-0249C302613B}" dt="2026-04-23T15:30:24.368" v="168" actId="14100"/>
          <ac:spMkLst>
            <pc:docMk/>
            <pc:sldMk cId="3823647056" sldId="268"/>
            <ac:spMk id="2" creationId="{80F93B67-3F4B-424B-691E-F3ECE889DB3A}"/>
          </ac:spMkLst>
        </pc:spChg>
        <pc:spChg chg="mod">
          <ac:chgData name="TURLAPATI PAVITHRA SRI" userId="c5dcea90c5f7e792" providerId="LiveId" clId="{13009882-3A2A-48AB-AE93-0249C302613B}" dt="2026-04-23T15:28:15.620" v="161" actId="1076"/>
          <ac:spMkLst>
            <pc:docMk/>
            <pc:sldMk cId="3823647056" sldId="268"/>
            <ac:spMk id="3" creationId="{A32D82B8-A8D9-B460-565C-9EFB34578D47}"/>
          </ac:spMkLst>
        </pc:spChg>
        <pc:spChg chg="mod">
          <ac:chgData name="TURLAPATI PAVITHRA SRI" userId="c5dcea90c5f7e792" providerId="LiveId" clId="{13009882-3A2A-48AB-AE93-0249C302613B}" dt="2026-04-23T15:28:18.782" v="163" actId="27636"/>
          <ac:spMkLst>
            <pc:docMk/>
            <pc:sldMk cId="3823647056" sldId="268"/>
            <ac:spMk id="4" creationId="{690AFA17-B97E-B67F-F43C-3BE4B34AE985}"/>
          </ac:spMkLst>
        </pc:spChg>
        <pc:spChg chg="del mod">
          <ac:chgData name="TURLAPATI PAVITHRA SRI" userId="c5dcea90c5f7e792" providerId="LiveId" clId="{13009882-3A2A-48AB-AE93-0249C302613B}" dt="2026-04-23T15:24:56.698" v="146" actId="478"/>
          <ac:spMkLst>
            <pc:docMk/>
            <pc:sldMk cId="3823647056" sldId="268"/>
            <ac:spMk id="5" creationId="{470A80A4-D24E-9424-2899-B9C5C6B97711}"/>
          </ac:spMkLst>
        </pc:spChg>
        <pc:spChg chg="del mod">
          <ac:chgData name="TURLAPATI PAVITHRA SRI" userId="c5dcea90c5f7e792" providerId="LiveId" clId="{13009882-3A2A-48AB-AE93-0249C302613B}" dt="2026-04-23T15:25:02.075" v="148" actId="478"/>
          <ac:spMkLst>
            <pc:docMk/>
            <pc:sldMk cId="3823647056" sldId="268"/>
            <ac:spMk id="6" creationId="{A81DA78E-4562-55C4-66E2-2590F8706A1D}"/>
          </ac:spMkLst>
        </pc:spChg>
        <pc:spChg chg="add del mod">
          <ac:chgData name="TURLAPATI PAVITHRA SRI" userId="c5dcea90c5f7e792" providerId="LiveId" clId="{13009882-3A2A-48AB-AE93-0249C302613B}" dt="2026-04-23T15:24:59.837" v="147" actId="478"/>
          <ac:spMkLst>
            <pc:docMk/>
            <pc:sldMk cId="3823647056" sldId="268"/>
            <ac:spMk id="8" creationId="{3EFB01A3-F1E5-BF3D-A6C9-9CB114590CBF}"/>
          </ac:spMkLst>
        </pc:spChg>
        <pc:spChg chg="add">
          <ac:chgData name="TURLAPATI PAVITHRA SRI" userId="c5dcea90c5f7e792" providerId="LiveId" clId="{13009882-3A2A-48AB-AE93-0249C302613B}" dt="2026-04-23T15:26:01.474" v="150"/>
          <ac:spMkLst>
            <pc:docMk/>
            <pc:sldMk cId="3823647056" sldId="268"/>
            <ac:spMk id="9" creationId="{B4A40B52-DBC0-9200-71B6-9B48D384164E}"/>
          </ac:spMkLst>
        </pc:spChg>
        <pc:picChg chg="add mod">
          <ac:chgData name="TURLAPATI PAVITHRA SRI" userId="c5dcea90c5f7e792" providerId="LiveId" clId="{13009882-3A2A-48AB-AE93-0249C302613B}" dt="2026-04-23T15:28:29.549" v="165" actId="1076"/>
          <ac:picMkLst>
            <pc:docMk/>
            <pc:sldMk cId="3823647056" sldId="268"/>
            <ac:picMk id="2050" creationId="{31099C53-E551-59E9-7B22-9C4A8011EB63}"/>
          </ac:picMkLst>
        </pc:picChg>
      </pc:sldChg>
      <pc:sldChg chg="addSp delSp modSp add mod">
        <pc:chgData name="TURLAPATI PAVITHRA SRI" userId="c5dcea90c5f7e792" providerId="LiveId" clId="{13009882-3A2A-48AB-AE93-0249C302613B}" dt="2026-04-23T15:33:45.755" v="186" actId="1076"/>
        <pc:sldMkLst>
          <pc:docMk/>
          <pc:sldMk cId="3433051342" sldId="269"/>
        </pc:sldMkLst>
        <pc:spChg chg="del">
          <ac:chgData name="TURLAPATI PAVITHRA SRI" userId="c5dcea90c5f7e792" providerId="LiveId" clId="{13009882-3A2A-48AB-AE93-0249C302613B}" dt="2026-04-23T15:30:41.444" v="169" actId="21"/>
          <ac:spMkLst>
            <pc:docMk/>
            <pc:sldMk cId="3433051342" sldId="269"/>
            <ac:spMk id="2" creationId="{17113F4B-1DA4-35AD-CC10-9C15E59C874E}"/>
          </ac:spMkLst>
        </pc:spChg>
        <pc:spChg chg="mod">
          <ac:chgData name="TURLAPATI PAVITHRA SRI" userId="c5dcea90c5f7e792" providerId="LiveId" clId="{13009882-3A2A-48AB-AE93-0249C302613B}" dt="2026-04-23T15:33:32.774" v="184" actId="1076"/>
          <ac:spMkLst>
            <pc:docMk/>
            <pc:sldMk cId="3433051342" sldId="269"/>
            <ac:spMk id="3" creationId="{AB6D1662-EB6F-D1D2-7A01-42DB374BBE60}"/>
          </ac:spMkLst>
        </pc:spChg>
        <pc:spChg chg="mod">
          <ac:chgData name="TURLAPATI PAVITHRA SRI" userId="c5dcea90c5f7e792" providerId="LiveId" clId="{13009882-3A2A-48AB-AE93-0249C302613B}" dt="2026-04-23T15:33:38.020" v="185" actId="1076"/>
          <ac:spMkLst>
            <pc:docMk/>
            <pc:sldMk cId="3433051342" sldId="269"/>
            <ac:spMk id="4" creationId="{5182A46A-388B-476B-4C80-E954141D3EE7}"/>
          </ac:spMkLst>
        </pc:spChg>
        <pc:spChg chg="add del mod">
          <ac:chgData name="TURLAPATI PAVITHRA SRI" userId="c5dcea90c5f7e792" providerId="LiveId" clId="{13009882-3A2A-48AB-AE93-0249C302613B}" dt="2026-04-23T15:30:44.093" v="170" actId="478"/>
          <ac:spMkLst>
            <pc:docMk/>
            <pc:sldMk cId="3433051342" sldId="269"/>
            <ac:spMk id="6" creationId="{F5190139-9BD2-6502-058F-25AF5C8D7351}"/>
          </ac:spMkLst>
        </pc:spChg>
        <pc:picChg chg="del">
          <ac:chgData name="TURLAPATI PAVITHRA SRI" userId="c5dcea90c5f7e792" providerId="LiveId" clId="{13009882-3A2A-48AB-AE93-0249C302613B}" dt="2026-04-23T15:32:24.495" v="177" actId="478"/>
          <ac:picMkLst>
            <pc:docMk/>
            <pc:sldMk cId="3433051342" sldId="269"/>
            <ac:picMk id="2050" creationId="{042264B2-45C1-F987-F30C-6F4483EA2FCA}"/>
          </ac:picMkLst>
        </pc:picChg>
        <pc:picChg chg="add mod">
          <ac:chgData name="TURLAPATI PAVITHRA SRI" userId="c5dcea90c5f7e792" providerId="LiveId" clId="{13009882-3A2A-48AB-AE93-0249C302613B}" dt="2026-04-23T15:33:45.755" v="186" actId="1076"/>
          <ac:picMkLst>
            <pc:docMk/>
            <pc:sldMk cId="3433051342" sldId="269"/>
            <ac:picMk id="3074" creationId="{062B8038-2387-0AD3-79A3-9301816CC38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12DD5-59E3-FFF7-B5B7-5EFD7F4B89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4369A8-956E-DA81-FDC4-C1250711C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4DFE1-1110-9FD6-CB91-3E6FAC570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01AC8-04C7-49F8-9A6D-939B52AE0AB2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F75CF-D4B2-2F8D-E80C-949021AE5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57DAAF-89E5-76F1-D391-6DF28D593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F90AA-48F7-4826-AD43-87E59392F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156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CCF88-D23D-09E9-0FEF-12A838DBD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179B5-6A4A-50AD-55EA-F0654F51A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4EF90-7F9D-C912-7968-C6DE78EF4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01AC8-04C7-49F8-9A6D-939B52AE0AB2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624FF-D896-DCBC-D8AB-0A9C32426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43E2F-3966-A29D-D2D8-4705951C8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F90AA-48F7-4826-AD43-87E59392F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344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34E8B-CAC2-725B-83BE-AF771417B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49B2D-7EAC-5250-78F8-056921E5D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76C49-E659-ED97-E7D7-836AB6068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01AC8-04C7-49F8-9A6D-939B52AE0AB2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791B6-7D3D-0493-7062-5DEE048D3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56BE4-C902-0712-D399-6719498B6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F90AA-48F7-4826-AD43-87E59392F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40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A9AF7-CC0B-563B-727B-3B2B064A6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7C666-DC52-94F0-577D-A935750CAB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10E49F-1521-44A7-1A01-67FDC9861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1AF9AE-CF2D-E34F-B47B-8D720C42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01AC8-04C7-49F8-9A6D-939B52AE0AB2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4A8A12-1927-1C39-FAE3-7DBBEBB73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15BE3C-BC2B-1C06-B334-99DF0C186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F90AA-48F7-4826-AD43-87E59392F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145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E4923-3C99-1F26-7A98-2A58E29F3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805D7A-EF28-3BEE-29C7-9F1AB05644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26624-8F6F-71BD-B7C3-ADB961E5DB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F9DB3C-79FE-B639-14BA-67D854A7F4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1C5B55-D9FF-438B-D3DC-3EE84C1953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808FC7-A01D-12F7-BC11-B0B0A8441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01AC8-04C7-49F8-9A6D-939B52AE0AB2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7C7F81-5A42-0149-DE9D-A23CD9609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C6DCB5-3348-5627-DBB7-AAF0C1443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F90AA-48F7-4826-AD43-87E59392F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307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ACE8B-87D4-1713-40F7-B1F243A15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21AC0C-B0D3-248F-F63A-48ECCC353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01AC8-04C7-49F8-9A6D-939B52AE0AB2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A96F60-66F9-3EE0-379F-3F192F0D3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DAAB25-39C6-B391-0BE4-D47798AEA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F90AA-48F7-4826-AD43-87E59392F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718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E35100-E23B-E828-8362-6AADC91E6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01AC8-04C7-49F8-9A6D-939B52AE0AB2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88DD70-5598-032B-229A-A58133AD6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3DA619-4D48-89AF-284F-0990013AE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F90AA-48F7-4826-AD43-87E59392F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271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1C427-ECD6-0DEA-9181-8650F37F5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CE1BA-1B71-7A81-3898-C72B43850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76A5B4-4944-425E-5392-99197F528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85BBC6-49F8-7B16-39CB-74D0A7B54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01AC8-04C7-49F8-9A6D-939B52AE0AB2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A98AC2-3C61-76F5-4CF2-9A0C8DC17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1B5160-CB31-80CA-7A29-4A58315B8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F90AA-48F7-4826-AD43-87E59392F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11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BD5BE-169E-F352-0068-05ED8BE74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741E2B-0249-3D61-2A32-858FB11812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C1658A-A362-1FC0-AD5E-34D59719E4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6D2E99-5608-AF04-2A88-082D67BAE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01AC8-04C7-49F8-9A6D-939B52AE0AB2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5A4FB1-75F6-1C1E-A95B-E99385A33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8698C8-CB8A-2023-E089-7F15E75E0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F90AA-48F7-4826-AD43-87E59392F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548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509DF-9456-9326-91C2-67B1A1716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622983-FD12-5133-420B-78132B8855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94BA4-E026-EEF0-5F03-2D1FF7914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01AC8-04C7-49F8-9A6D-939B52AE0AB2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6A62B-0F25-6FF5-644B-A2CD63F39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D2D43-6E60-5D61-B601-A3C08B2D5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F90AA-48F7-4826-AD43-87E59392F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994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006395-B687-AA8C-DFFC-9A0A93CE3E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433518-DED5-BC1D-5DCA-B3120520C5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363472-058C-D1FF-2B6A-AD7E3184F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01AC8-04C7-49F8-9A6D-939B52AE0AB2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BECC0-AE64-40B0-E8DB-DDA78D070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5906C-001B-EAE0-F419-63480659F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F90AA-48F7-4826-AD43-87E59392F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192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908DB5-360C-FA98-D5B8-7876A5D1F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06622-8BBB-A3E5-BBA8-BCD599928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51037-69DD-A1A8-2966-BED1392432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B01AC8-04C7-49F8-9A6D-939B52AE0AB2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A39DB-D622-E1C2-33E3-6E72F5E23D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490FD-34D9-E86F-69E8-B916FB66F6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F90AA-48F7-4826-AD43-87E59392F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104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77DF4-D9A5-9B07-C111-0D5F5532B1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6506" y="3127626"/>
            <a:ext cx="9144000" cy="2387600"/>
          </a:xfrm>
        </p:spPr>
        <p:txBody>
          <a:bodyPr>
            <a:noAutofit/>
          </a:bodyPr>
          <a:lstStyle/>
          <a:p>
            <a:r>
              <a:rPr lang="en-US" sz="3000" b="1" dirty="0"/>
              <a:t>MNIST Handwritten Digit Recognition Using Enhanced LeNet-5</a:t>
            </a:r>
            <a:br>
              <a:rPr lang="en-US" sz="3000" b="0" dirty="0">
                <a:effectLst/>
              </a:rPr>
            </a:br>
            <a:r>
              <a:rPr lang="en-US" sz="3000" dirty="0"/>
              <a:t>Pavithra Sri </a:t>
            </a:r>
            <a:r>
              <a:rPr lang="en-US" sz="3000" dirty="0" err="1"/>
              <a:t>Turlapati</a:t>
            </a:r>
            <a:br>
              <a:rPr lang="en-US" sz="3000" b="0" dirty="0">
                <a:effectLst/>
              </a:rPr>
            </a:br>
            <a:r>
              <a:rPr lang="en-US" sz="3000" dirty="0"/>
              <a:t>Department of Industrial Engineering, University of South Florida</a:t>
            </a:r>
            <a:br>
              <a:rPr lang="en-US" sz="3000" b="0" dirty="0">
                <a:effectLst/>
              </a:rPr>
            </a:br>
            <a:br>
              <a:rPr lang="en-US" sz="3000" b="0" dirty="0">
                <a:effectLst/>
              </a:rPr>
            </a:br>
            <a:br>
              <a:rPr lang="en-US" sz="3000" dirty="0"/>
            </a:b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872386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DDB95-A75D-4605-ACA8-5798EE6D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17557" y="402013"/>
            <a:ext cx="7539789" cy="947237"/>
          </a:xfrm>
        </p:spPr>
        <p:txBody>
          <a:bodyPr/>
          <a:lstStyle/>
          <a:p>
            <a:r>
              <a:rPr lang="en-US" dirty="0"/>
              <a:t>What &amp; Why?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1FD29B-2955-419F-2BC5-973B991BE1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580731"/>
            <a:ext cx="9288544" cy="3820827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Handwritten digit recognition is a fundamental computer vision task with real-world applications in banking, postal automation, document digitization, and assistive technologies.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It enables systems to automatically interpret handwritten content, improving efficiency and accessibility.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This makes it a critical problem widely used in real-world production systems, not just an academic exercise.</a:t>
            </a:r>
          </a:p>
        </p:txBody>
      </p:sp>
    </p:spTree>
    <p:extLst>
      <p:ext uri="{BB962C8B-B14F-4D97-AF65-F5344CB8AC3E}">
        <p14:creationId xmlns:p14="http://schemas.microsoft.com/office/powerpoint/2010/main" val="2866123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3794D-3E13-4DEE-1E08-7048E4650B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84602" y="395926"/>
            <a:ext cx="6727596" cy="729056"/>
          </a:xfrm>
        </p:spPr>
        <p:txBody>
          <a:bodyPr>
            <a:normAutofit fontScale="90000"/>
          </a:bodyPr>
          <a:lstStyle/>
          <a:p>
            <a:r>
              <a:rPr lang="en-US" dirty="0"/>
              <a:t>About Dataset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ECC74B-9A08-CFE3-E299-F1411DA9A5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267326"/>
            <a:ext cx="9144000" cy="3990474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The MNIST dataset, introduced by Yann LeCun and colleagues in 1998, contains 70,000 grayscale images of handwritten digits (0–9), split into 60,000 training and 10,000 testing samples.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Each image is 28×28 pixels, and the dataset is well-balanced across classes.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It serves as a standard benchmark for evaluating digit recognition models.</a:t>
            </a:r>
          </a:p>
        </p:txBody>
      </p:sp>
    </p:spTree>
    <p:extLst>
      <p:ext uri="{BB962C8B-B14F-4D97-AF65-F5344CB8AC3E}">
        <p14:creationId xmlns:p14="http://schemas.microsoft.com/office/powerpoint/2010/main" val="2995221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CAF39-A164-7DB4-153F-65C0AA5ED4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6631" y="673768"/>
            <a:ext cx="7138737" cy="1183858"/>
          </a:xfrm>
        </p:spPr>
        <p:txBody>
          <a:bodyPr>
            <a:normAutofit fontScale="90000"/>
          </a:bodyPr>
          <a:lstStyle/>
          <a:p>
            <a:r>
              <a:rPr lang="en-US" dirty="0"/>
              <a:t>What’s wrong with the existing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59E1F5-7EC5-B3F0-52E4-8A80DACAA4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21305"/>
            <a:ext cx="9144000" cy="3236495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The original LeNet-5 proposed by Yann LeCun in 1998 was groundbreaking, but relies on outdated components like sigmoid activations and average pooling, which limit its performance today.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This project retains its core structure while replacing these elements with modern techniques to significantly improve accuracy on the MNIST dataset.</a:t>
            </a:r>
          </a:p>
        </p:txBody>
      </p:sp>
    </p:spTree>
    <p:extLst>
      <p:ext uri="{BB962C8B-B14F-4D97-AF65-F5344CB8AC3E}">
        <p14:creationId xmlns:p14="http://schemas.microsoft.com/office/powerpoint/2010/main" val="1798065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A9CA6-5956-0F6C-1D9F-714A8DCE7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Architecture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00B00CE-E677-9F07-344E-8604A94ADBC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586906" y="1320666"/>
            <a:ext cx="7187998" cy="5172209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ED3CA54D-FA68-897A-39BF-A7F817E278F9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17096" y="1825066"/>
            <a:ext cx="4026568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CNN with 3 convolutional blocks + fully connected head.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Learns hierarchical features: edges → patterns → digit structures.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Gradually reduces spatial size while increasing feature depth.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feature maps are flattened into a 3200-dim vector.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FC layers map features to 10-digit classes.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Batch Normalization improves stability and faster training.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Dropout reduces overfitting and improves generalization.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for robust performance on the MNIST dataset </a:t>
            </a:r>
          </a:p>
        </p:txBody>
      </p:sp>
    </p:spTree>
    <p:extLst>
      <p:ext uri="{BB962C8B-B14F-4D97-AF65-F5344CB8AC3E}">
        <p14:creationId xmlns:p14="http://schemas.microsoft.com/office/powerpoint/2010/main" val="2046544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93B67-3F4B-424B-691E-F3ECE889D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7194" y="123538"/>
            <a:ext cx="3147750" cy="1205642"/>
          </a:xfrm>
        </p:spPr>
        <p:txBody>
          <a:bodyPr/>
          <a:lstStyle/>
          <a:p>
            <a:r>
              <a:rPr lang="en-US" dirty="0"/>
              <a:t>Visualization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2D82B8-A8D9-B460-565C-9EFB34578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209823"/>
            <a:ext cx="5157787" cy="823912"/>
          </a:xfrm>
        </p:spPr>
        <p:txBody>
          <a:bodyPr/>
          <a:lstStyle/>
          <a:p>
            <a:r>
              <a:rPr lang="en-US" dirty="0"/>
              <a:t>Confusion Matrix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0AFA17-B97E-B67F-F43C-3BE4B34AE9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2" y="2196445"/>
            <a:ext cx="4558413" cy="321245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The model achieves a </a:t>
            </a:r>
            <a:r>
              <a:rPr lang="en-US" b="1" dirty="0"/>
              <a:t>99.65% accuracy</a:t>
            </a:r>
            <a:r>
              <a:rPr lang="en-US" dirty="0"/>
              <a:t> on all 10,000 test images, with only 35 misclassifications. </a:t>
            </a:r>
          </a:p>
          <a:p>
            <a:r>
              <a:rPr lang="en-US" dirty="0"/>
              <a:t>The confusion matrix is strongly diagonal across all ten classes, reflecting near-perfect separation. </a:t>
            </a:r>
          </a:p>
          <a:p>
            <a:r>
              <a:rPr lang="en-US" dirty="0"/>
              <a:t>The rare errors occur on known ambiguous pairs — 5/6, 9/4, and 3/8 — cases where even human annotators sometimes disagree.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1099C53-E551-59E9-7B22-9C4A8011EB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6428" y="1423322"/>
            <a:ext cx="5957187" cy="475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3647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6B6A7-80A8-F6B5-B36F-1154374FD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6D1662-EB6F-D1D2-7A01-42DB374BB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2979" y="201155"/>
            <a:ext cx="5157787" cy="823912"/>
          </a:xfrm>
        </p:spPr>
        <p:txBody>
          <a:bodyPr/>
          <a:lstStyle/>
          <a:p>
            <a:r>
              <a:rPr lang="en-US" dirty="0"/>
              <a:t>Confusion Matrix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82A46A-388B-476B-4C80-E954141D3E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6100" y="1298542"/>
            <a:ext cx="3094365" cy="4260916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Eight of ten-digit classes achieve a perfect F1 score of 1.00, and the macro-averaged F1 across all classes is 1.00 — confirming uniformly strong performance.</a:t>
            </a:r>
          </a:p>
          <a:p>
            <a:r>
              <a:rPr lang="en-US" dirty="0"/>
              <a:t>The only minor dips appear in digits 5 and 9, both at 0.99 recall, consistent with the ambiguous pairs discussed earlier. </a:t>
            </a:r>
          </a:p>
          <a:p>
            <a:r>
              <a:rPr lang="en-US" dirty="0"/>
              <a:t>All precision, recall, and F1 values across the classification report are at or above 0.98.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62B8038-2387-0AD3-79A3-9301816CC3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5201" y="1722454"/>
            <a:ext cx="8248364" cy="3252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3051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65739-8303-7CBB-1EEB-FD7307BA7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288757"/>
            <a:ext cx="9144000" cy="798847"/>
          </a:xfrm>
        </p:spPr>
        <p:txBody>
          <a:bodyPr>
            <a:normAutofit fontScale="90000"/>
          </a:bodyPr>
          <a:lstStyle/>
          <a:p>
            <a:r>
              <a:rPr lang="en-US" dirty="0"/>
              <a:t>Ablation Experiment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2668AE-9B9F-DB1D-E9ED-CC94504207F3}"/>
              </a:ext>
            </a:extLst>
          </p:cNvPr>
          <p:cNvSpPr txBox="1"/>
          <p:nvPr/>
        </p:nvSpPr>
        <p:spPr>
          <a:xfrm>
            <a:off x="609600" y="1306265"/>
            <a:ext cx="1079633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No Batch Normalization: Ablation Study Results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Early Dominance:</a:t>
            </a:r>
            <a:r>
              <a:rPr lang="en-US" sz="2800" dirty="0"/>
              <a:t> BN is the primary driver for exceeding </a:t>
            </a:r>
            <a:r>
              <a:rPr lang="en-US" sz="2800" b="1" dirty="0"/>
              <a:t>98% accuracy in Epoch 1</a:t>
            </a:r>
            <a:r>
              <a:rPr lang="en-US" sz="2800" dirty="0"/>
              <a:t> (98.57% vs. 98.91% for No-BN).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Rapid Convergence:</a:t>
            </a:r>
            <a:r>
              <a:rPr lang="en-US" sz="2800" dirty="0"/>
              <a:t> BN cuts training loss </a:t>
            </a:r>
            <a:r>
              <a:rPr lang="en-US" sz="2800" b="1" dirty="0"/>
              <a:t>nearly in half by Epoch 2</a:t>
            </a:r>
            <a:r>
              <a:rPr lang="en-US" sz="2800" dirty="0"/>
              <a:t>, significantly accelerating the optimization process.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Stability:</a:t>
            </a:r>
            <a:r>
              <a:rPr lang="en-US" sz="2800" dirty="0"/>
              <a:t> The full model maintains </a:t>
            </a:r>
            <a:r>
              <a:rPr lang="en-US" sz="2800" b="1" dirty="0"/>
              <a:t>consistently lower training loss</a:t>
            </a:r>
            <a:r>
              <a:rPr lang="en-US" sz="2800" dirty="0"/>
              <a:t> throughout the 20-epoch budget.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Accuracy Boost:</a:t>
            </a:r>
            <a:r>
              <a:rPr lang="en-US" sz="2800" dirty="0"/>
              <a:t> Achieved a higher peak accuracy of </a:t>
            </a:r>
            <a:r>
              <a:rPr lang="en-US" sz="2800" b="1" dirty="0"/>
              <a:t>99.67%</a:t>
            </a:r>
            <a:r>
              <a:rPr lang="en-US" sz="2800" dirty="0"/>
              <a:t> compared to 99.61% without BN layers.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Verdict:</a:t>
            </a:r>
            <a:r>
              <a:rPr lang="en-US" sz="2800" dirty="0"/>
              <a:t> While the final accuracy gap is 0.03%, BN is essential for </a:t>
            </a:r>
            <a:r>
              <a:rPr lang="en-US" sz="2800" b="1" dirty="0"/>
              <a:t>speed and efficiency</a:t>
            </a:r>
            <a:r>
              <a:rPr lang="en-US" sz="2800" dirty="0"/>
              <a:t>, reaching high-performance milestones much faster than the ablation model.</a:t>
            </a:r>
          </a:p>
        </p:txBody>
      </p:sp>
    </p:spTree>
    <p:extLst>
      <p:ext uri="{BB962C8B-B14F-4D97-AF65-F5344CB8AC3E}">
        <p14:creationId xmlns:p14="http://schemas.microsoft.com/office/powerpoint/2010/main" val="1925557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D4EE1-47F3-06FB-2D3E-394299371E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45432"/>
            <a:ext cx="9144000" cy="67051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Conclusion &amp; Future 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7EA70A-5A4D-584D-515F-56F8F2B265AA}"/>
              </a:ext>
            </a:extLst>
          </p:cNvPr>
          <p:cNvSpPr txBox="1"/>
          <p:nvPr/>
        </p:nvSpPr>
        <p:spPr>
          <a:xfrm>
            <a:off x="538816" y="1218866"/>
            <a:ext cx="11389895" cy="5093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The modernized LeNet-5 architecture achieved a peak test accuracy of </a:t>
            </a:r>
            <a:r>
              <a:rPr lang="en-US" sz="2500" b="1" dirty="0"/>
              <a:t>99.65%</a:t>
            </a:r>
            <a:r>
              <a:rPr lang="en-US" sz="2500" dirty="0"/>
              <a:t>, surpassing the project target by 1.65 percentage points with only 35 total errors.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By integrating modern techniques like Batch Normalization and Adam optimization, the model demonstrated exceptional efficiency by hitting the 98% accuracy milestone in its </a:t>
            </a:r>
            <a:r>
              <a:rPr lang="en-US" sz="2500" b="1" dirty="0"/>
              <a:t>very first epoch</a:t>
            </a:r>
            <a:r>
              <a:rPr lang="en-US" sz="25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The implementation provides a highly organized and reusable </a:t>
            </a:r>
            <a:r>
              <a:rPr lang="en-US" sz="2500" dirty="0" err="1"/>
              <a:t>PyTorch</a:t>
            </a:r>
            <a:r>
              <a:rPr lang="en-US" sz="2500" dirty="0"/>
              <a:t> pipeline, yielding a perfect </a:t>
            </a:r>
            <a:r>
              <a:rPr lang="en-US" sz="2500" b="1" dirty="0"/>
              <a:t>1.00 macro F1 score</a:t>
            </a:r>
            <a:r>
              <a:rPr lang="en-US" sz="2500" dirty="0"/>
              <a:t> across all digit classes.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Future improvements will focus on expanding the augmentation strategy with </a:t>
            </a:r>
            <a:r>
              <a:rPr lang="en-US" sz="2500" b="1" dirty="0"/>
              <a:t>elastic distortions</a:t>
            </a:r>
            <a:r>
              <a:rPr lang="en-US" sz="2500" dirty="0"/>
              <a:t> and introducing </a:t>
            </a:r>
            <a:r>
              <a:rPr lang="en-US" sz="2500" b="1" dirty="0"/>
              <a:t>residual connections</a:t>
            </a:r>
            <a:r>
              <a:rPr lang="en-US" sz="2500" dirty="0"/>
              <a:t> to support deeper architectural scaling.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Upcoming research will move beyond standard benchmarks to test model generalization on </a:t>
            </a:r>
            <a:r>
              <a:rPr lang="en-US" sz="2500" b="1" dirty="0"/>
              <a:t>MNIST-C and EMNIST</a:t>
            </a:r>
            <a:r>
              <a:rPr lang="en-US" sz="2500" dirty="0"/>
              <a:t>, while exploring </a:t>
            </a:r>
            <a:r>
              <a:rPr lang="en-US" sz="2500" b="1" dirty="0" err="1"/>
              <a:t>ensembling</a:t>
            </a:r>
            <a:r>
              <a:rPr lang="en-US" sz="2500" dirty="0"/>
              <a:t> to further drive down the error rate.</a:t>
            </a:r>
          </a:p>
        </p:txBody>
      </p:sp>
    </p:spTree>
    <p:extLst>
      <p:ext uri="{BB962C8B-B14F-4D97-AF65-F5344CB8AC3E}">
        <p14:creationId xmlns:p14="http://schemas.microsoft.com/office/powerpoint/2010/main" val="2249267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2585</TotalTime>
  <Words>656</Words>
  <Application>Microsoft Office PowerPoint</Application>
  <PresentationFormat>Widescreen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MNIST Handwritten Digit Recognition Using Enhanced LeNet-5 Pavithra Sri Turlapati Department of Industrial Engineering, University of South Florida   </vt:lpstr>
      <vt:lpstr>What &amp; Why?</vt:lpstr>
      <vt:lpstr>About Dataset</vt:lpstr>
      <vt:lpstr>What’s wrong with the existing model</vt:lpstr>
      <vt:lpstr>Architecture </vt:lpstr>
      <vt:lpstr>Visualization</vt:lpstr>
      <vt:lpstr>PowerPoint Presentation</vt:lpstr>
      <vt:lpstr>Ablation Experiment</vt:lpstr>
      <vt:lpstr>Conclusion &amp;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TURLAPATI PAVITHRA SRI</dc:creator>
  <cp:lastModifiedBy>TURLAPATI PAVITHRA SRI</cp:lastModifiedBy>
  <cp:revision>1</cp:revision>
  <dcterms:created xsi:type="dcterms:W3CDTF">2026-04-21T21:07:43Z</dcterms:created>
  <dcterms:modified xsi:type="dcterms:W3CDTF">2026-04-23T16:12:55Z</dcterms:modified>
</cp:coreProperties>
</file>